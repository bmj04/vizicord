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62FB5ADA-1644-4906-970E-1AC9535BB260}">
          <p14:sldIdLst>
            <p14:sldId id="256"/>
            <p14:sldId id="257"/>
            <p14:sldId id="258"/>
            <p14:sldId id="259"/>
            <p14:sldId id="260"/>
          </p14:sldIdLst>
        </p14:section>
        <p14:section name="Section sans titre" id="{D7668CA8-00B4-428B-B066-DE50345BCFDF}">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544758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641606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724262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82FBD7E-4522-44BF-BC4D-5A16AFFAD9A2}" type="datetimeFigureOut">
              <a:rPr lang="fr-CA" smtClean="0"/>
              <a:t>2023-12-21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3599421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82FBD7E-4522-44BF-BC4D-5A16AFFAD9A2}" type="datetimeFigureOut">
              <a:rPr lang="fr-CA" smtClean="0"/>
              <a:t>2023-12-21</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2761755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3"/>
          <p:cNvSpPr>
            <a:spLocks noGrp="1"/>
          </p:cNvSpPr>
          <p:nvPr>
            <p:ph type="ftr" sz="quarter" idx="11"/>
          </p:nvPr>
        </p:nvSpPr>
        <p:spPr/>
        <p:txBody>
          <a:bodyPr/>
          <a:lstStyle/>
          <a:p>
            <a:endParaRPr lang="fr-CA"/>
          </a:p>
        </p:txBody>
      </p:sp>
      <p:sp>
        <p:nvSpPr>
          <p:cNvPr id="6" name="Slide Number Placeholder 4"/>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240267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2"/>
          <p:cNvSpPr>
            <a:spLocks noGrp="1"/>
          </p:cNvSpPr>
          <p:nvPr>
            <p:ph type="ftr" sz="quarter" idx="11"/>
          </p:nvPr>
        </p:nvSpPr>
        <p:spPr/>
        <p:txBody>
          <a:bodyPr/>
          <a:lstStyle/>
          <a:p>
            <a:endParaRPr lang="fr-CA"/>
          </a:p>
        </p:txBody>
      </p:sp>
      <p:sp>
        <p:nvSpPr>
          <p:cNvPr id="6" name="Slide Number Placeholder 3"/>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45310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7" name="Date Placeholder 4"/>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5"/>
          <p:cNvSpPr>
            <a:spLocks noGrp="1"/>
          </p:cNvSpPr>
          <p:nvPr>
            <p:ph type="ftr" sz="quarter" idx="11"/>
          </p:nvPr>
        </p:nvSpPr>
        <p:spPr/>
        <p:txBody>
          <a:bodyPr/>
          <a:lstStyle/>
          <a:p>
            <a:endParaRPr lang="fr-CA"/>
          </a:p>
        </p:txBody>
      </p:sp>
      <p:sp>
        <p:nvSpPr>
          <p:cNvPr id="6" name="Slide Number Placeholder 6"/>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86094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82FBD7E-4522-44BF-BC4D-5A16AFFAD9A2}" type="datetimeFigureOut">
              <a:rPr lang="fr-CA" smtClean="0"/>
              <a:t>2023-12-21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3663786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82FBD7E-4522-44BF-BC4D-5A16AFFAD9A2}" type="datetimeFigureOut">
              <a:rPr lang="fr-CA" smtClean="0"/>
              <a:t>2023-12-21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293331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52720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fr-FR"/>
              <a:t>Modifiez le style du titre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fr-FR"/>
              <a:t>Cliquez pour 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03024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204681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4"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3461766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4"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2407281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026075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82FBD7E-4522-44BF-BC4D-5A16AFFAD9A2}" type="datetimeFigureOut">
              <a:rPr lang="fr-CA" smtClean="0"/>
              <a:t>2023-12-21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0D58EC58-7D4D-4A40-837A-6EB47D8988F8}" type="slidenum">
              <a:rPr lang="fr-CA" smtClean="0"/>
              <a:t>‹N°›</a:t>
            </a:fld>
            <a:endParaRPr lang="fr-CA"/>
          </a:p>
        </p:txBody>
      </p:sp>
    </p:spTree>
    <p:extLst>
      <p:ext uri="{BB962C8B-B14F-4D97-AF65-F5344CB8AC3E}">
        <p14:creationId xmlns:p14="http://schemas.microsoft.com/office/powerpoint/2010/main" val="103329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82FBD7E-4522-44BF-BC4D-5A16AFFAD9A2}" type="datetimeFigureOut">
              <a:rPr lang="fr-CA" smtClean="0"/>
              <a:t>2023-12-21</a:t>
            </a:fld>
            <a:endParaRPr lang="fr-C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fr-C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D58EC58-7D4D-4A40-837A-6EB47D8988F8}" type="slidenum">
              <a:rPr lang="fr-CA" smtClean="0"/>
              <a:t>‹N°›</a:t>
            </a:fld>
            <a:endParaRPr lang="fr-CA"/>
          </a:p>
        </p:txBody>
      </p:sp>
    </p:spTree>
    <p:extLst>
      <p:ext uri="{BB962C8B-B14F-4D97-AF65-F5344CB8AC3E}">
        <p14:creationId xmlns:p14="http://schemas.microsoft.com/office/powerpoint/2010/main" val="41840866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capture d’écran, Graphique, Caractère coloré, conception&#10;&#10;Description générée automatiquement">
            <a:extLst>
              <a:ext uri="{FF2B5EF4-FFF2-40B4-BE49-F238E27FC236}">
                <a16:creationId xmlns:a16="http://schemas.microsoft.com/office/drawing/2014/main" id="{88A8CDFE-7128-A6BB-9658-C598B28B3A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036" y="942392"/>
            <a:ext cx="9304948" cy="6858000"/>
          </a:xfrm>
          <a:prstGeom prst="rect">
            <a:avLst/>
          </a:prstGeom>
        </p:spPr>
      </p:pic>
      <p:sp>
        <p:nvSpPr>
          <p:cNvPr id="2" name="Titre 1">
            <a:extLst>
              <a:ext uri="{FF2B5EF4-FFF2-40B4-BE49-F238E27FC236}">
                <a16:creationId xmlns:a16="http://schemas.microsoft.com/office/drawing/2014/main" id="{6E06310E-0F92-68E1-3209-606259842939}"/>
              </a:ext>
            </a:extLst>
          </p:cNvPr>
          <p:cNvSpPr>
            <a:spLocks noGrp="1"/>
          </p:cNvSpPr>
          <p:nvPr>
            <p:ph type="ctrTitle"/>
          </p:nvPr>
        </p:nvSpPr>
        <p:spPr/>
        <p:txBody>
          <a:bodyPr/>
          <a:lstStyle/>
          <a:p>
            <a:pPr algn="ctr"/>
            <a:r>
              <a:rPr lang="fr-CA" dirty="0">
                <a:solidFill>
                  <a:schemeClr val="bg1">
                    <a:lumMod val="65000"/>
                    <a:lumOff val="35000"/>
                  </a:schemeClr>
                </a:solidFill>
              </a:rPr>
              <a:t>VIZICORD </a:t>
            </a:r>
          </a:p>
        </p:txBody>
      </p:sp>
      <p:sp>
        <p:nvSpPr>
          <p:cNvPr id="3" name="Sous-titre 2">
            <a:extLst>
              <a:ext uri="{FF2B5EF4-FFF2-40B4-BE49-F238E27FC236}">
                <a16:creationId xmlns:a16="http://schemas.microsoft.com/office/drawing/2014/main" id="{B8F106DF-E693-A989-06B4-11C313B89889}"/>
              </a:ext>
            </a:extLst>
          </p:cNvPr>
          <p:cNvSpPr>
            <a:spLocks noGrp="1"/>
          </p:cNvSpPr>
          <p:nvPr>
            <p:ph type="subTitle" idx="1"/>
          </p:nvPr>
        </p:nvSpPr>
        <p:spPr/>
        <p:txBody>
          <a:bodyPr/>
          <a:lstStyle/>
          <a:p>
            <a:pPr algn="ctr"/>
            <a:r>
              <a:rPr lang="fr-CA" dirty="0">
                <a:solidFill>
                  <a:schemeClr val="bg2">
                    <a:lumMod val="75000"/>
                  </a:schemeClr>
                </a:solidFill>
              </a:rPr>
              <a:t>Plateforme de gestion de contenu multimédia en ligne</a:t>
            </a:r>
          </a:p>
        </p:txBody>
      </p:sp>
    </p:spTree>
    <p:extLst>
      <p:ext uri="{BB962C8B-B14F-4D97-AF65-F5344CB8AC3E}">
        <p14:creationId xmlns:p14="http://schemas.microsoft.com/office/powerpoint/2010/main" val="2748468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466593-89FA-CB37-888C-EE956BDE2202}"/>
              </a:ext>
            </a:extLst>
          </p:cNvPr>
          <p:cNvSpPr>
            <a:spLocks noGrp="1"/>
          </p:cNvSpPr>
          <p:nvPr>
            <p:ph type="title"/>
          </p:nvPr>
        </p:nvSpPr>
        <p:spPr/>
        <p:txBody>
          <a:bodyPr/>
          <a:lstStyle/>
          <a:p>
            <a:r>
              <a:rPr lang="fr-CA" dirty="0"/>
              <a:t>PARTICIPANTS:</a:t>
            </a:r>
          </a:p>
        </p:txBody>
      </p:sp>
      <p:sp>
        <p:nvSpPr>
          <p:cNvPr id="3" name="Espace réservé du contenu 2">
            <a:extLst>
              <a:ext uri="{FF2B5EF4-FFF2-40B4-BE49-F238E27FC236}">
                <a16:creationId xmlns:a16="http://schemas.microsoft.com/office/drawing/2014/main" id="{23DD02AD-BE81-2475-F7F5-8D71C1866751}"/>
              </a:ext>
            </a:extLst>
          </p:cNvPr>
          <p:cNvSpPr>
            <a:spLocks noGrp="1"/>
          </p:cNvSpPr>
          <p:nvPr>
            <p:ph idx="1"/>
          </p:nvPr>
        </p:nvSpPr>
        <p:spPr/>
        <p:txBody>
          <a:bodyPr/>
          <a:lstStyle/>
          <a:p>
            <a:r>
              <a:rPr lang="fr-CA" dirty="0"/>
              <a:t>Boudemagh Mohamed Jasser</a:t>
            </a:r>
          </a:p>
          <a:p>
            <a:r>
              <a:rPr lang="fr-CA" dirty="0" err="1"/>
              <a:t>Andre</a:t>
            </a:r>
            <a:r>
              <a:rPr lang="fr-CA" dirty="0"/>
              <a:t> </a:t>
            </a:r>
            <a:r>
              <a:rPr lang="fr-CA" dirty="0" err="1"/>
              <a:t>Douale</a:t>
            </a:r>
            <a:endParaRPr lang="fr-CA" dirty="0"/>
          </a:p>
        </p:txBody>
      </p:sp>
    </p:spTree>
    <p:extLst>
      <p:ext uri="{BB962C8B-B14F-4D97-AF65-F5344CB8AC3E}">
        <p14:creationId xmlns:p14="http://schemas.microsoft.com/office/powerpoint/2010/main" val="4079503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ED0282-E3C0-3C2A-C565-2C0594763E46}"/>
              </a:ext>
            </a:extLst>
          </p:cNvPr>
          <p:cNvSpPr>
            <a:spLocks noGrp="1"/>
          </p:cNvSpPr>
          <p:nvPr>
            <p:ph type="title"/>
          </p:nvPr>
        </p:nvSpPr>
        <p:spPr/>
        <p:txBody>
          <a:bodyPr/>
          <a:lstStyle/>
          <a:p>
            <a:pPr algn="ctr"/>
            <a:r>
              <a:rPr lang="fr-CA" dirty="0"/>
              <a:t>RÉPARTITION DES TÂCHES ORALES </a:t>
            </a:r>
          </a:p>
        </p:txBody>
      </p:sp>
      <p:sp>
        <p:nvSpPr>
          <p:cNvPr id="3" name="Espace réservé du contenu 2">
            <a:extLst>
              <a:ext uri="{FF2B5EF4-FFF2-40B4-BE49-F238E27FC236}">
                <a16:creationId xmlns:a16="http://schemas.microsoft.com/office/drawing/2014/main" id="{84919AE2-FA0B-5C65-9437-CB1C603590DD}"/>
              </a:ext>
            </a:extLst>
          </p:cNvPr>
          <p:cNvSpPr>
            <a:spLocks noGrp="1"/>
          </p:cNvSpPr>
          <p:nvPr>
            <p:ph idx="1"/>
          </p:nvPr>
        </p:nvSpPr>
        <p:spPr/>
        <p:txBody>
          <a:bodyPr/>
          <a:lstStyle/>
          <a:p>
            <a:r>
              <a:rPr lang="fr-CA" dirty="0"/>
              <a:t>Je vais vous parler des difficultés rencontrées ainsi qu’expliquer comment on s’y est pris. Je vais bien évidemment présenter les sources qui nous ont aidé à surmonter les problèmes rencontrés.</a:t>
            </a:r>
          </a:p>
          <a:p>
            <a:r>
              <a:rPr lang="fr-CA" dirty="0"/>
              <a:t>Je vais quant à moi vous présenter le projet en mentionnant les problématiques, le contexte, les fonctionnalités qu’on a fait et celles que l’on n’a pas pu malheureusement faire.</a:t>
            </a:r>
          </a:p>
        </p:txBody>
      </p:sp>
    </p:spTree>
    <p:extLst>
      <p:ext uri="{BB962C8B-B14F-4D97-AF65-F5344CB8AC3E}">
        <p14:creationId xmlns:p14="http://schemas.microsoft.com/office/powerpoint/2010/main" val="329586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1470A0-B1C7-3001-E7DE-764CB965CAD5}"/>
              </a:ext>
            </a:extLst>
          </p:cNvPr>
          <p:cNvSpPr>
            <a:spLocks noGrp="1"/>
          </p:cNvSpPr>
          <p:nvPr>
            <p:ph type="title"/>
          </p:nvPr>
        </p:nvSpPr>
        <p:spPr/>
        <p:txBody>
          <a:bodyPr/>
          <a:lstStyle/>
          <a:p>
            <a:pPr algn="ctr"/>
            <a:r>
              <a:rPr lang="fr-CA" dirty="0"/>
              <a:t>CONTEXTE ET PROBLÉMATIQUE</a:t>
            </a:r>
          </a:p>
        </p:txBody>
      </p:sp>
      <p:sp>
        <p:nvSpPr>
          <p:cNvPr id="3" name="Espace réservé du contenu 2">
            <a:extLst>
              <a:ext uri="{FF2B5EF4-FFF2-40B4-BE49-F238E27FC236}">
                <a16:creationId xmlns:a16="http://schemas.microsoft.com/office/drawing/2014/main" id="{2794B7BD-AD52-F1EE-706C-09066C0C586C}"/>
              </a:ext>
            </a:extLst>
          </p:cNvPr>
          <p:cNvSpPr>
            <a:spLocks noGrp="1"/>
          </p:cNvSpPr>
          <p:nvPr>
            <p:ph idx="1"/>
          </p:nvPr>
        </p:nvSpPr>
        <p:spPr/>
        <p:txBody>
          <a:bodyPr/>
          <a:lstStyle/>
          <a:p>
            <a:pPr algn="ctr"/>
            <a:r>
              <a:rPr lang="fr-CA" dirty="0"/>
              <a:t>Le projet a pour but de gérer son propre contenu multimédia. Vous soumettez votre publication à un formulaire qui s’occupe de l’enregistrer dans votre base de données. La problématique est d’adopter la logique de synchronisation du </a:t>
            </a:r>
            <a:r>
              <a:rPr lang="fr-CA" dirty="0" err="1"/>
              <a:t>back-end</a:t>
            </a:r>
            <a:r>
              <a:rPr lang="fr-CA" dirty="0"/>
              <a:t> et du </a:t>
            </a:r>
            <a:r>
              <a:rPr lang="fr-CA" dirty="0" err="1"/>
              <a:t>front-end</a:t>
            </a:r>
            <a:r>
              <a:rPr lang="fr-CA" dirty="0"/>
              <a:t> afin de pouvoir à la fois uploader du contenu mais aussi le visionner.</a:t>
            </a:r>
          </a:p>
        </p:txBody>
      </p:sp>
    </p:spTree>
    <p:extLst>
      <p:ext uri="{BB962C8B-B14F-4D97-AF65-F5344CB8AC3E}">
        <p14:creationId xmlns:p14="http://schemas.microsoft.com/office/powerpoint/2010/main" val="2835408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03A610-CACA-10A3-F1A9-E9B7D5EC2D96}"/>
              </a:ext>
            </a:extLst>
          </p:cNvPr>
          <p:cNvSpPr>
            <a:spLocks noGrp="1"/>
          </p:cNvSpPr>
          <p:nvPr>
            <p:ph type="title"/>
          </p:nvPr>
        </p:nvSpPr>
        <p:spPr/>
        <p:txBody>
          <a:bodyPr/>
          <a:lstStyle/>
          <a:p>
            <a:pPr algn="ctr"/>
            <a:r>
              <a:rPr lang="fr-CA" dirty="0"/>
              <a:t>FONCTIONNALITÉS</a:t>
            </a:r>
          </a:p>
        </p:txBody>
      </p:sp>
      <p:sp>
        <p:nvSpPr>
          <p:cNvPr id="3" name="Espace réservé du contenu 2">
            <a:extLst>
              <a:ext uri="{FF2B5EF4-FFF2-40B4-BE49-F238E27FC236}">
                <a16:creationId xmlns:a16="http://schemas.microsoft.com/office/drawing/2014/main" id="{DD0BA028-25E7-78CA-16F7-F369890691A4}"/>
              </a:ext>
            </a:extLst>
          </p:cNvPr>
          <p:cNvSpPr>
            <a:spLocks noGrp="1"/>
          </p:cNvSpPr>
          <p:nvPr>
            <p:ph idx="1"/>
          </p:nvPr>
        </p:nvSpPr>
        <p:spPr/>
        <p:txBody>
          <a:bodyPr>
            <a:normAutofit fontScale="92500"/>
          </a:bodyPr>
          <a:lstStyle/>
          <a:p>
            <a:r>
              <a:rPr lang="fr-CA" dirty="0"/>
              <a:t>Notre site permet la gestion de contenu comme dit auparavant. Vous pouvez soumettre un formulaire qui requiert les détails du contenu que vous voulez publier comme le type, la catégorie, la description etc… Ensuite vous pouvez le visionner en allant dans votre bibliothèque. Nous avons ajouté une option de filtrage. De plus, nous avons ajouté une option d’</a:t>
            </a:r>
            <a:r>
              <a:rPr lang="fr-CA" dirty="0" err="1"/>
              <a:t>épinglement</a:t>
            </a:r>
            <a:r>
              <a:rPr lang="fr-CA" dirty="0"/>
              <a:t>, c’est-à-dire que vous pouvez accéder à votre contenu directement à partir de votre home. Vous pouvez supprimer également le contenu si vous en avez envie. Lorsque vous le faites jouer, vous avez tous les détails dans une petite carte à droite afin de vous aider à mieux vous mettre dans le contexte. Vous pouvez également modifier votre profil comme votre nom d’utilisateur ou la photo de celui-ci. Nous n’avons malheureusement pas pu faire un système de gestion des amis par manque de temps. De plus n’avons pas pu ajouter la fonctionnalité de liste de lecture.</a:t>
            </a:r>
          </a:p>
        </p:txBody>
      </p:sp>
    </p:spTree>
    <p:extLst>
      <p:ext uri="{BB962C8B-B14F-4D97-AF65-F5344CB8AC3E}">
        <p14:creationId xmlns:p14="http://schemas.microsoft.com/office/powerpoint/2010/main" val="285151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2F2111-02C0-72AB-08EA-7FDE381D43E5}"/>
              </a:ext>
            </a:extLst>
          </p:cNvPr>
          <p:cNvSpPr>
            <a:spLocks noGrp="1"/>
          </p:cNvSpPr>
          <p:nvPr>
            <p:ph type="title"/>
          </p:nvPr>
        </p:nvSpPr>
        <p:spPr/>
        <p:txBody>
          <a:bodyPr/>
          <a:lstStyle/>
          <a:p>
            <a:pPr algn="ctr"/>
            <a:r>
              <a:rPr lang="fr-CA" dirty="0"/>
              <a:t>DIFFICULTÉS RENCONTRÉES </a:t>
            </a:r>
            <a:br>
              <a:rPr lang="fr-CA" dirty="0"/>
            </a:br>
            <a:r>
              <a:rPr lang="fr-CA" dirty="0"/>
              <a:t>ET SOLUTIONS</a:t>
            </a:r>
          </a:p>
        </p:txBody>
      </p:sp>
      <p:sp>
        <p:nvSpPr>
          <p:cNvPr id="3" name="Espace réservé du contenu 2">
            <a:extLst>
              <a:ext uri="{FF2B5EF4-FFF2-40B4-BE49-F238E27FC236}">
                <a16:creationId xmlns:a16="http://schemas.microsoft.com/office/drawing/2014/main" id="{C938A53F-2CC9-69D9-B347-E53126FA16C3}"/>
              </a:ext>
            </a:extLst>
          </p:cNvPr>
          <p:cNvSpPr>
            <a:spLocks noGrp="1"/>
          </p:cNvSpPr>
          <p:nvPr>
            <p:ph idx="1"/>
          </p:nvPr>
        </p:nvSpPr>
        <p:spPr/>
        <p:txBody>
          <a:bodyPr/>
          <a:lstStyle/>
          <a:p>
            <a:r>
              <a:rPr lang="fr-CA" dirty="0"/>
              <a:t>Les plus grandes difficultés étaient la dynamicité du site web. Ce n’est pas toujours évident d’afficher du contenu dynamique importé depuis la base de donnée. Gérer les erreurs a été notre plus grand problème. De plus, la synchronisation de nos codes a été un chemin </a:t>
            </a:r>
            <a:r>
              <a:rPr lang="fr-CA" dirty="0" err="1"/>
              <a:t>parchemé</a:t>
            </a:r>
            <a:r>
              <a:rPr lang="fr-CA" dirty="0"/>
              <a:t> d’embuches. L’indécision était aussi pour nous un problème. Nous avons par exemple, à plusieurs reprises, modifier notre interface graphique pour qu’elle soit de plus en plus ergonomique. Pour les problèmes de dynamicité, le modèle mvc2 a été pour nous un très bon allié. La structure de ce modèle permet d’organiser et de coder plus proprement ce qui permet d’éviter les erreurs à répétition et des les corriger rapidement. De plus, des sources comme stack </a:t>
            </a:r>
            <a:r>
              <a:rPr lang="fr-CA" dirty="0" err="1"/>
              <a:t>overflow</a:t>
            </a:r>
            <a:r>
              <a:rPr lang="fr-CA" dirty="0"/>
              <a:t>, </a:t>
            </a:r>
            <a:r>
              <a:rPr lang="fr-CA"/>
              <a:t>geek for </a:t>
            </a:r>
            <a:r>
              <a:rPr lang="fr-CA" dirty="0"/>
              <a:t>geek ou encore w3school nous ont fortement aidé. </a:t>
            </a:r>
          </a:p>
        </p:txBody>
      </p:sp>
    </p:spTree>
    <p:extLst>
      <p:ext uri="{BB962C8B-B14F-4D97-AF65-F5344CB8AC3E}">
        <p14:creationId xmlns:p14="http://schemas.microsoft.com/office/powerpoint/2010/main" val="5505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FAAF50-13AE-7414-EA97-4B9678A05884}"/>
              </a:ext>
            </a:extLst>
          </p:cNvPr>
          <p:cNvSpPr>
            <a:spLocks noGrp="1"/>
          </p:cNvSpPr>
          <p:nvPr>
            <p:ph type="title"/>
          </p:nvPr>
        </p:nvSpPr>
        <p:spPr/>
        <p:txBody>
          <a:bodyPr/>
          <a:lstStyle/>
          <a:p>
            <a:pPr algn="ctr"/>
            <a:r>
              <a:rPr lang="fr-CA" dirty="0"/>
              <a:t>NOTRE RESSENTI</a:t>
            </a:r>
          </a:p>
        </p:txBody>
      </p:sp>
      <p:sp>
        <p:nvSpPr>
          <p:cNvPr id="3" name="Espace réservé du contenu 2">
            <a:extLst>
              <a:ext uri="{FF2B5EF4-FFF2-40B4-BE49-F238E27FC236}">
                <a16:creationId xmlns:a16="http://schemas.microsoft.com/office/drawing/2014/main" id="{B8BDC46C-428E-15C3-1CE0-E6DBF858DE86}"/>
              </a:ext>
            </a:extLst>
          </p:cNvPr>
          <p:cNvSpPr>
            <a:spLocks noGrp="1"/>
          </p:cNvSpPr>
          <p:nvPr>
            <p:ph idx="1"/>
          </p:nvPr>
        </p:nvSpPr>
        <p:spPr/>
        <p:txBody>
          <a:bodyPr/>
          <a:lstStyle/>
          <a:p>
            <a:r>
              <a:rPr lang="fr-CA" dirty="0"/>
              <a:t>Moi et </a:t>
            </a:r>
            <a:r>
              <a:rPr lang="fr-CA" dirty="0" err="1"/>
              <a:t>Andre</a:t>
            </a:r>
            <a:r>
              <a:rPr lang="fr-CA" dirty="0"/>
              <a:t> avons constaté tous les 2 que l’organisation est la clé première de la réussite pour ce genre de projet. Grâce à celui-ci, j’ai appris à mieux m’organiser et me conformer aux restrictions présentées comme les créneaux de mon/mes coéquipiers. </a:t>
            </a:r>
          </a:p>
        </p:txBody>
      </p:sp>
    </p:spTree>
    <p:extLst>
      <p:ext uri="{BB962C8B-B14F-4D97-AF65-F5344CB8AC3E}">
        <p14:creationId xmlns:p14="http://schemas.microsoft.com/office/powerpoint/2010/main" val="123280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60ECE3-15A9-6DB1-AEF1-75B271A46FBF}"/>
              </a:ext>
            </a:extLst>
          </p:cNvPr>
          <p:cNvSpPr>
            <a:spLocks noGrp="1"/>
          </p:cNvSpPr>
          <p:nvPr>
            <p:ph type="title"/>
          </p:nvPr>
        </p:nvSpPr>
        <p:spPr/>
        <p:txBody>
          <a:bodyPr/>
          <a:lstStyle/>
          <a:p>
            <a:pPr algn="ctr"/>
            <a:r>
              <a:rPr lang="fr-CA" dirty="0"/>
              <a:t>RÉPARTITION DES                     TÂCHES TECHNIQUES</a:t>
            </a:r>
          </a:p>
        </p:txBody>
      </p:sp>
      <p:sp>
        <p:nvSpPr>
          <p:cNvPr id="3" name="Espace réservé du contenu 2">
            <a:extLst>
              <a:ext uri="{FF2B5EF4-FFF2-40B4-BE49-F238E27FC236}">
                <a16:creationId xmlns:a16="http://schemas.microsoft.com/office/drawing/2014/main" id="{5AA9A75F-DB6C-E5DF-0480-ED45CD3B8315}"/>
              </a:ext>
            </a:extLst>
          </p:cNvPr>
          <p:cNvSpPr>
            <a:spLocks noGrp="1"/>
          </p:cNvSpPr>
          <p:nvPr>
            <p:ph idx="1"/>
          </p:nvPr>
        </p:nvSpPr>
        <p:spPr/>
        <p:txBody>
          <a:bodyPr/>
          <a:lstStyle/>
          <a:p>
            <a:r>
              <a:rPr lang="fr-CA" dirty="0"/>
              <a:t>Personnellement je me suis occupé de tout ce qui était dynamicité car j’étais le plus à l’aise pour la tâche. Nous nous sommes quand même entraidé, chacun apportait son soutien à l’autre même quand il s’agissait de sa propre partie.</a:t>
            </a:r>
          </a:p>
          <a:p>
            <a:r>
              <a:rPr lang="fr-CA" dirty="0"/>
              <a:t>J'étais personnellement chargé de tout ce qui était dao et </a:t>
            </a:r>
            <a:r>
              <a:rPr lang="fr-CA" dirty="0" err="1"/>
              <a:t>front-end</a:t>
            </a:r>
            <a:r>
              <a:rPr lang="fr-CA" dirty="0"/>
              <a:t> même si </a:t>
            </a:r>
            <a:r>
              <a:rPr lang="fr-CA" dirty="0" err="1"/>
              <a:t>jasser</a:t>
            </a:r>
            <a:r>
              <a:rPr lang="fr-CA" dirty="0"/>
              <a:t> y a apporté de sa contribution. Nous avons discuté sur les changements qu'il y avait à faire, lorsque je rencontrais un problème il m'aidait et vice versa</a:t>
            </a:r>
          </a:p>
        </p:txBody>
      </p:sp>
    </p:spTree>
    <p:extLst>
      <p:ext uri="{BB962C8B-B14F-4D97-AF65-F5344CB8AC3E}">
        <p14:creationId xmlns:p14="http://schemas.microsoft.com/office/powerpoint/2010/main" val="22878571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2433</TotalTime>
  <Words>602</Words>
  <Application>Microsoft Office PowerPoint</Application>
  <PresentationFormat>Grand écran</PresentationFormat>
  <Paragraphs>19</Paragraphs>
  <Slides>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Century Gothic</vt:lpstr>
      <vt:lpstr>Wingdings 3</vt:lpstr>
      <vt:lpstr>Ion</vt:lpstr>
      <vt:lpstr>VIZICORD </vt:lpstr>
      <vt:lpstr>PARTICIPANTS:</vt:lpstr>
      <vt:lpstr>RÉPARTITION DES TÂCHES ORALES </vt:lpstr>
      <vt:lpstr>CONTEXTE ET PROBLÉMATIQUE</vt:lpstr>
      <vt:lpstr>FONCTIONNALITÉS</vt:lpstr>
      <vt:lpstr>DIFFICULTÉS RENCONTRÉES  ET SOLUTIONS</vt:lpstr>
      <vt:lpstr>NOTRE RESSENTI</vt:lpstr>
      <vt:lpstr>RÉPARTITION DES                     TÂCHES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VIZICORD </dc:title>
  <dc:creator>Boudemagh Mohamed Jasser</dc:creator>
  <cp:lastModifiedBy>Boudemagh Mohamed Jasser</cp:lastModifiedBy>
  <cp:revision>67</cp:revision>
  <dcterms:created xsi:type="dcterms:W3CDTF">2023-12-21T10:51:32Z</dcterms:created>
  <dcterms:modified xsi:type="dcterms:W3CDTF">2023-12-23T03:25:29Z</dcterms:modified>
</cp:coreProperties>
</file>